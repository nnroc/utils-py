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2F37D-797B-486E-82C4-24381F9DC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31FEB-423F-42DD-A750-B46CEE853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C1D593-7EAC-4E12-89DD-BBF8333A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15E852-A759-44D6-8E56-06877F20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980E8-1D16-4077-9939-FEC868C6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8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3A447-25CF-44C5-A71A-000D36F1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2A3DB2-020D-4F75-98DF-7D0CB2177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FA18C-A2A6-45CA-B841-C22E667C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855C3-8D8C-4472-9A61-B17E8544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BB32E7-AA4F-4E8B-B1C9-E5B73B28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71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C82FB-691E-49F4-83E7-6C1EB30E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4701C-5925-41F0-B779-DE104D6F4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DDF8A-7925-4457-87BF-4981E5E4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8BA93-8FA0-44D4-A883-809F6485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3E95B-95B9-4D08-96FC-22D7CBBE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3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98E79-6E1B-4DCE-B1C4-FA380291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59C0E-64C8-4965-973D-3EDD979A1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23EA03-8F2B-46D5-A8EC-AFD8BAAAA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1190BF-965B-4247-84A1-1CF6B9E8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24D99D-7D2F-42DA-8CEC-95CC213E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658273-3944-4F3A-AF46-8F35FB8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5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CB849-2EFC-4D9F-919C-26B6C4EA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09C5F-9644-4D1D-9BA4-5B6A3924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84FB1E-F161-4B1C-B29A-39042CAB7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9AB5A2-CABC-481B-9CBE-9DD57DD63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F71CBD-CEEE-4B95-AC11-5F0584DE6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DEFD50-FAA5-43D9-BD6A-9FDADA30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C9D2D5-D955-49DC-83BD-3A75CC6E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118B8D-0BF7-4B9E-B1E4-4FAAB175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70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39C46-C25D-4F04-A5A6-B478FD07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1D0362-1F64-4069-9BFA-4F2F062A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A2516-AD53-4B80-B9B9-08419C8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B4B6AA-02B7-42A9-81C3-399F5578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0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EBA498-E680-4095-86D4-D761700A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3A6D29-C520-4A1C-9BF5-CBA751D1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259593-4604-4837-BC01-2F62C42D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60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631DF-77FE-4870-8ADA-6BF9FB01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EBEA4-B0D9-477C-A8DC-D2FC037E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B6E060-EC21-47E1-B68B-5584B4016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BE4E05-7E04-4518-89E0-F18F6EF3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31761-9D67-403C-8A35-93C600DB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FD948-BF35-4AB2-AB5F-79EB4140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99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FED8C-75AE-4DE1-A754-12EFEBDF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C25644-27D0-41D3-AA46-1E61656F3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BC0EF-3ADD-474D-A950-DB07F9DC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4CBD7-6A29-414C-B2E5-00E37E52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27CB9C-1913-4E4C-B4EC-1FEA63B6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04F2A7-686C-4A7C-867F-4EAC9CE8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8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169A5-25C6-4F48-A97A-C3A98A72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119B26-961A-4DEE-BA11-C8B536134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E3E1AE-F694-4C87-A8C8-3232BCAA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16F5B-3BC0-46C1-840D-4C63E747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8713BD-BAC4-4B94-B52C-5881EF44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44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13C0EE-2D7D-4E4B-A08F-DEB06972F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3B15DB-978E-404D-BDC2-8371A1AF4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7A2949-B17A-4890-BBD8-F8BF835A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96C95-A45E-4113-9F58-C934AF33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F305FD-DA00-4579-8FBE-5D5AA998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8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8B0DB7-C662-4DC7-B556-C8DB2CCF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0E7E50-0637-43AC-950C-B9EB869EA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DDF9D-4425-4995-B6DB-F28BB1AF5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F3D83-7DF5-4B0D-8BE4-EB90098D2691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03D38-088F-4F8D-B269-83B66CA04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BA07B-6895-4DE3-BC3E-09A915CE0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855B-3ABC-4880-9467-9E8457204E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89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CBAD66-BE0D-48FB-921B-BFEB37058F65}"/>
              </a:ext>
            </a:extLst>
          </p:cNvPr>
          <p:cNvSpPr txBox="1"/>
          <p:nvPr/>
        </p:nvSpPr>
        <p:spPr>
          <a:xfrm>
            <a:off x="658427" y="621435"/>
            <a:ext cx="108751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Glass</a:t>
            </a:r>
            <a:r>
              <a:rPr lang="zh-CN" altLang="en-US" dirty="0"/>
              <a:t>： 采用</a:t>
            </a:r>
            <a:r>
              <a:rPr lang="en-US" altLang="zh-CN" dirty="0"/>
              <a:t>KNN</a:t>
            </a:r>
            <a:r>
              <a:rPr lang="zh-CN" altLang="en-US" dirty="0"/>
              <a:t>，决策树和贝叶斯三种分类器对数据进行二分类，结果表明</a:t>
            </a:r>
            <a:r>
              <a:rPr lang="en-US" altLang="zh-CN" dirty="0"/>
              <a:t>KNN</a:t>
            </a:r>
            <a:r>
              <a:rPr lang="zh-CN" altLang="en-US" dirty="0"/>
              <a:t>在</a:t>
            </a:r>
            <a:r>
              <a:rPr lang="en-US" altLang="zh-CN" dirty="0"/>
              <a:t>precision</a:t>
            </a:r>
            <a:r>
              <a:rPr lang="zh-CN" altLang="en-US" dirty="0"/>
              <a:t>、</a:t>
            </a:r>
            <a:r>
              <a:rPr lang="en-US" altLang="zh-CN" dirty="0"/>
              <a:t>recall</a:t>
            </a:r>
            <a:r>
              <a:rPr lang="zh-CN" altLang="en-US" dirty="0"/>
              <a:t>，</a:t>
            </a:r>
            <a:r>
              <a:rPr lang="en-US" altLang="zh-CN" dirty="0"/>
              <a:t>f1-score</a:t>
            </a:r>
            <a:r>
              <a:rPr lang="zh-CN" altLang="en-US" dirty="0"/>
              <a:t>上的表现最好，</a:t>
            </a:r>
            <a:r>
              <a:rPr lang="en-US" altLang="zh-CN" dirty="0"/>
              <a:t>KNN </a:t>
            </a:r>
            <a:r>
              <a:rPr lang="zh-CN" altLang="en-US" dirty="0"/>
              <a:t>对类别 </a:t>
            </a:r>
            <a:r>
              <a:rPr lang="en-US" altLang="zh-CN" dirty="0"/>
              <a:t>0 </a:t>
            </a:r>
            <a:r>
              <a:rPr lang="zh-CN" altLang="en-US" dirty="0"/>
              <a:t>的召回率为 </a:t>
            </a:r>
            <a:r>
              <a:rPr lang="en-US" altLang="zh-CN" dirty="0"/>
              <a:t>1.00</a:t>
            </a:r>
            <a:r>
              <a:rPr lang="zh-CN" altLang="en-US" dirty="0"/>
              <a:t>，说明它能够很好地识别大多数类别 </a:t>
            </a:r>
            <a:r>
              <a:rPr lang="en-US" altLang="zh-CN" dirty="0"/>
              <a:t>0 </a:t>
            </a:r>
            <a:r>
              <a:rPr lang="zh-CN" altLang="en-US" dirty="0"/>
              <a:t>的样本。使用逻辑回归和随机森林对数据进行多分类，结果表明随机森林的表现要优于逻辑回归。再使用</a:t>
            </a:r>
            <a:r>
              <a:rPr lang="en-US" altLang="zh-CN" dirty="0" err="1"/>
              <a:t>kmeans</a:t>
            </a:r>
            <a:r>
              <a:rPr lang="zh-CN" altLang="en-US" dirty="0"/>
              <a:t>，</a:t>
            </a:r>
            <a:r>
              <a:rPr lang="en-US" altLang="zh-CN" dirty="0" err="1"/>
              <a:t>dbscan</a:t>
            </a:r>
            <a:r>
              <a:rPr lang="zh-CN" altLang="en-US" dirty="0"/>
              <a:t>，层次聚类，</a:t>
            </a:r>
            <a:r>
              <a:rPr lang="en-US" altLang="zh-CN" dirty="0"/>
              <a:t>AP</a:t>
            </a:r>
            <a:r>
              <a:rPr lang="zh-CN" altLang="en-US" dirty="0"/>
              <a:t>聚类算法对样本进行聚类分析，结果显示，层次聚类在默认设置下表现最佳，</a:t>
            </a:r>
            <a:r>
              <a:rPr lang="en-US" altLang="zh-CN" dirty="0" err="1"/>
              <a:t>silhousette</a:t>
            </a:r>
            <a:r>
              <a:rPr lang="en-US" altLang="zh-CN" dirty="0"/>
              <a:t> Score</a:t>
            </a:r>
            <a:r>
              <a:rPr lang="zh-CN" altLang="en-US" dirty="0"/>
              <a:t>最高，</a:t>
            </a:r>
            <a:r>
              <a:rPr lang="en-US" altLang="zh-CN" dirty="0" err="1"/>
              <a:t>Kmeans</a:t>
            </a:r>
            <a:r>
              <a:rPr lang="zh-CN" altLang="en-US" dirty="0"/>
              <a:t>表现次之，</a:t>
            </a:r>
            <a:r>
              <a:rPr lang="en-US" altLang="zh-CN" dirty="0" err="1"/>
              <a:t>dbscan</a:t>
            </a:r>
            <a:r>
              <a:rPr lang="zh-CN" altLang="en-US" dirty="0"/>
              <a:t>表现最差，且</a:t>
            </a:r>
            <a:r>
              <a:rPr lang="en-US" altLang="zh-CN" dirty="0"/>
              <a:t>Silhouette Score </a:t>
            </a:r>
            <a:r>
              <a:rPr lang="zh-CN" altLang="en-US" dirty="0"/>
              <a:t>为负值，表明其不适合当前数据集。从结果来看，</a:t>
            </a:r>
            <a:r>
              <a:rPr lang="en-US" altLang="zh-CN" dirty="0"/>
              <a:t>Adjusted Rand Score </a:t>
            </a:r>
            <a:r>
              <a:rPr lang="zh-CN" altLang="en-US" dirty="0"/>
              <a:t>在不同聚类数下的变化是比较稳定的，而</a:t>
            </a:r>
            <a:r>
              <a:rPr lang="en-US" altLang="zh-CN" dirty="0"/>
              <a:t>Silhouette Score</a:t>
            </a:r>
            <a:r>
              <a:rPr lang="zh-CN" altLang="en-US" dirty="0"/>
              <a:t>则随着</a:t>
            </a:r>
            <a:r>
              <a:rPr lang="en-US" altLang="zh-CN" dirty="0"/>
              <a:t>clusters</a:t>
            </a:r>
            <a:r>
              <a:rPr lang="zh-CN" altLang="en-US" dirty="0"/>
              <a:t>的增加而下降。增加了</a:t>
            </a:r>
            <a:r>
              <a:rPr lang="en-US" altLang="zh-CN" dirty="0"/>
              <a:t>clusters</a:t>
            </a:r>
            <a:r>
              <a:rPr lang="zh-CN" altLang="en-US" dirty="0"/>
              <a:t>的值，可能会导致模型过拟合。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Leukemia</a:t>
            </a:r>
            <a:r>
              <a:rPr lang="zh-CN" altLang="en-US" dirty="0"/>
              <a:t>：根据 </a:t>
            </a:r>
            <a:r>
              <a:rPr lang="en-US" altLang="zh-CN" dirty="0"/>
              <a:t>Silhouette Score </a:t>
            </a:r>
            <a:r>
              <a:rPr lang="zh-CN" altLang="en-US" dirty="0"/>
              <a:t>和 </a:t>
            </a:r>
            <a:r>
              <a:rPr lang="en-US" altLang="zh-CN" dirty="0"/>
              <a:t>Adjusted Rand Score</a:t>
            </a:r>
            <a:r>
              <a:rPr lang="zh-CN" altLang="en-US" dirty="0"/>
              <a:t>，</a:t>
            </a:r>
            <a:r>
              <a:rPr lang="en-US" altLang="zh-CN" dirty="0" err="1"/>
              <a:t>KMeans</a:t>
            </a:r>
            <a:r>
              <a:rPr lang="en-US" altLang="zh-CN" dirty="0"/>
              <a:t> (cluster=2) </a:t>
            </a:r>
            <a:r>
              <a:rPr lang="zh-CN" altLang="en-US" dirty="0"/>
              <a:t>表现最好，</a:t>
            </a:r>
            <a:r>
              <a:rPr lang="en-US" altLang="zh-CN" dirty="0" err="1"/>
              <a:t>KMeans</a:t>
            </a:r>
            <a:r>
              <a:rPr lang="en-US" altLang="zh-CN" dirty="0"/>
              <a:t> </a:t>
            </a:r>
            <a:r>
              <a:rPr lang="zh-CN" altLang="en-US" dirty="0"/>
              <a:t>适用于球形或凸形的簇。当数据集中的簇数为 </a:t>
            </a:r>
            <a:r>
              <a:rPr lang="en-US" altLang="zh-CN" dirty="0"/>
              <a:t>2 </a:t>
            </a:r>
            <a:r>
              <a:rPr lang="zh-CN" altLang="en-US" dirty="0"/>
              <a:t>且簇形状较为规则时，</a:t>
            </a:r>
            <a:r>
              <a:rPr lang="en-US" altLang="zh-CN" dirty="0" err="1"/>
              <a:t>KMeans</a:t>
            </a:r>
            <a:r>
              <a:rPr lang="en-US" altLang="zh-CN" dirty="0"/>
              <a:t> </a:t>
            </a:r>
            <a:r>
              <a:rPr lang="zh-CN" altLang="en-US" dirty="0"/>
              <a:t>可以很好地捕捉到这些簇的结构。</a:t>
            </a:r>
          </a:p>
          <a:p>
            <a:r>
              <a:rPr lang="en-US" altLang="zh-CN" dirty="0" err="1"/>
              <a:t>dbscan</a:t>
            </a:r>
            <a:r>
              <a:rPr lang="en-US" altLang="zh-CN" dirty="0"/>
              <a:t> </a:t>
            </a:r>
            <a:r>
              <a:rPr lang="zh-CN" altLang="en-US" dirty="0"/>
              <a:t>目前没有找到有效的聚类，可以尝试调整 </a:t>
            </a:r>
            <a:r>
              <a:rPr lang="en-US" altLang="zh-CN" dirty="0"/>
              <a:t>eps </a:t>
            </a:r>
            <a:r>
              <a:rPr lang="zh-CN" altLang="en-US" dirty="0"/>
              <a:t>和 </a:t>
            </a:r>
            <a:r>
              <a:rPr lang="en-US" altLang="zh-CN" dirty="0" err="1"/>
              <a:t>min_samples</a:t>
            </a:r>
            <a:r>
              <a:rPr lang="en-US" altLang="zh-CN" dirty="0"/>
              <a:t> </a:t>
            </a:r>
            <a:r>
              <a:rPr lang="zh-CN" altLang="en-US" dirty="0"/>
              <a:t>参数，以找到合适的聚类结果。对参数 </a:t>
            </a:r>
            <a:r>
              <a:rPr lang="en-US" altLang="zh-CN" dirty="0"/>
              <a:t>eps </a:t>
            </a:r>
            <a:r>
              <a:rPr lang="zh-CN" altLang="en-US" dirty="0"/>
              <a:t>和 </a:t>
            </a:r>
            <a:r>
              <a:rPr lang="en-US" altLang="zh-CN" dirty="0" err="1"/>
              <a:t>min_samples</a:t>
            </a:r>
            <a:r>
              <a:rPr lang="en-US" altLang="zh-CN" dirty="0"/>
              <a:t> </a:t>
            </a:r>
            <a:r>
              <a:rPr lang="zh-CN" altLang="en-US" dirty="0"/>
              <a:t>非常敏感，参数的调整效果不太好。层次聚类和 </a:t>
            </a:r>
            <a:r>
              <a:rPr lang="en-US" altLang="zh-CN" dirty="0"/>
              <a:t>AP </a:t>
            </a:r>
            <a:r>
              <a:rPr lang="zh-CN" altLang="en-US" dirty="0"/>
              <a:t>聚类这两种算法的表现一般。对数据的分布和参数设置非常敏感。</a:t>
            </a:r>
          </a:p>
        </p:txBody>
      </p:sp>
    </p:spTree>
    <p:extLst>
      <p:ext uri="{BB962C8B-B14F-4D97-AF65-F5344CB8AC3E}">
        <p14:creationId xmlns:p14="http://schemas.microsoft.com/office/powerpoint/2010/main" val="368014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294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</dc:creator>
  <cp:lastModifiedBy>Admini</cp:lastModifiedBy>
  <cp:revision>3</cp:revision>
  <dcterms:created xsi:type="dcterms:W3CDTF">2024-11-17T07:27:13Z</dcterms:created>
  <dcterms:modified xsi:type="dcterms:W3CDTF">2024-11-17T08:03:45Z</dcterms:modified>
</cp:coreProperties>
</file>